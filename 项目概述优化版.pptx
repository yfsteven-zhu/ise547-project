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大家好，今天我将向大家介绍我们项目的核心概况。我们首先要解决的问题是电商领域普遍存在的产品选择难题。在瞬息万变的市场中，卖家仅凭直觉或手动研究来选品，不仅效率低下，而且风险极高。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那么，这个问题为什么重要？因为选品的成败直接决定了电商业务的生死。我们的解决方案正是为了解决这个痛点，它能帮助卖家有效降低风险，更快地响应市场趋势，并最终获得竞争优势。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具体方法是利用先进的大语言模型和自然语言处理技术。通过分析海量电商数据，我们能精准识别出有潜力的趋势产品；通过深度挖掘用户评论，我们能洞察未被满足的需求和产品改进的机会。这就是我们项目的核心价值和独特的解决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notesSlides/notesSlide1.xml" Type="http://schemas.openxmlformats.org/officeDocument/2006/relationships/notesSlid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381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OVERVIEW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1000" y="1397000"/>
            <a:ext cx="3556000" cy="4826000"/>
          </a:xfrm>
          <a:prstGeom prst="roundRect">
            <a:avLst>
              <a:gd name="adj" fmla="val 5714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7145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17780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What problem are you solving?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2667000"/>
            <a:ext cx="3048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2921000"/>
            <a:ext cx="2667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THE PAIN POINT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E-commerce sellers struggle to select the right products in fast-changing, hyper-competitive markets.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Traditional intuition-based or manual research methods are slow, inefficient, and unreliable.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18000" y="1397000"/>
            <a:ext cx="3556000" cy="4826000"/>
          </a:xfrm>
          <a:prstGeom prst="roundRect">
            <a:avLst>
              <a:gd name="adj" fmla="val 5714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17145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334000" y="17780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Why does it matter?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2667000"/>
            <a:ext cx="3048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762500" y="2921000"/>
            <a:ext cx="2667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WHY IT MATTERS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Product selection directly determines e-commerce success. Our solution helps sellers: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Reduce business risk &amp; respond faster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Gain edge by identifying high-demand products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55000" y="1397000"/>
            <a:ext cx="3556000" cy="4826000"/>
          </a:xfrm>
          <a:prstGeom prst="roundRect">
            <a:avLst>
              <a:gd name="adj" fmla="val 5714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509000" y="17145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9271000" y="17780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What's your approach?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509000" y="2667000"/>
            <a:ext cx="3048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699500" y="2921000"/>
            <a:ext cx="2667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OUR SOLUTION (LLMs + NLP)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1. Analyze data to spot trending, under-supplied products.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 Extract actionable insights from customer reviews.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3. Uncover unmet needs for product improvement.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